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 i="0">
                <a:solidFill>
                  <a:srgbClr val="F0F0F0"/>
                </a:solidFill>
              </a:defRPr>
            </a:pPr>
            <a:r>
              <a:t>Labelit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 i="0">
                <a:solidFill>
                  <a:srgbClr val="CCCCCC"/>
                </a:solidFill>
              </a:defRPr>
            </a:pPr>
            <a:r>
              <a:t>BRAINSTORM-OKRS  ·  2026-03-22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E94F37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◈  Labelit 2026 Q2 Goal</a:t>
            </a:r>
          </a:p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▷  Objective 1: Gen2 Feature 완성 및 사용자 전환 가속화</a:t>
            </a:r>
          </a:p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▷  Objective 2: Gen1·Gen2 통합 및 기술 부채 청산</a:t>
            </a:r>
          </a:p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▷  Objective 3: Gen2 데이터 인프라 및 신뢰성 구축</a:t>
            </a:r>
          </a:p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◆  Key Results 전체 현황</a:t>
            </a:r>
          </a:p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⊕  KPI &amp; 달성도 산출 수식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E94F37"/>
                </a:solidFill>
              </a:defRPr>
            </a:pPr>
            <a:r>
              <a:t>Labelit 2026 Q2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F0F0F0"/>
                </a:solidFill>
              </a:defRPr>
            </a:pPr>
            <a:r>
              <a:t>Gen2 플랫폼으로의 성공적인 전환을 가속화하고, 완전성과 신뢰성을 확보한다.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377440"/>
            <a:ext cx="12188952" cy="6400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A8D8EA"/>
                </a:solidFill>
              </a:defRPr>
            </a:pPr>
            <a:r>
              <a:t>Gen1 자산을 손실 없이 Gen2에 흡수하여 유지보수 비용을 절감하고 사용자 경험을 일원화합니다. 동시에, 데이터 수집 및 검증 인프라를 구축하여 데이터 기반 의사결정 및 모델 학습 품질 향상을 위한 기반을 마련합니다. 이 세 가지 핵심 축의 유기적인 연동을 통해 Gen2 플랫폼의 완전한 가치를 실현합니다.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37760"/>
            <a:ext cx="1069848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0F0F0"/>
                </a:solidFill>
              </a:defRPr>
            </a:pPr>
            <a:r>
              <a:t>" Gen2, 완전한 도약을 위해! 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 i="0">
                <a:solidFill>
                  <a:srgbClr val="E94F37"/>
                </a:solidFill>
              </a:defRPr>
            </a:pPr>
            <a:r>
              <a:t>Objective 1: Gen2 Feature 완성 및 사용자 전환 가속화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F0F0F0"/>
                </a:solidFill>
              </a:defRPr>
            </a:pPr>
            <a:r>
              <a:t>Gen2 Feature를 Gen1 대비 기능적으로 동등하거나 초월한 수준으로 완성하여, 사용자가 Gen2로 자발적으로 전환하도록 만든다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E94F37"/>
                </a:solidFill>
              </a:defRPr>
            </a:pPr>
            <a: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A8D8EA"/>
                </a:solidFill>
              </a:defRPr>
            </a:pPr>
            <a:r>
              <a:t>Gen2 전환의 가장 큰 병목은 'Gen1에서 쓰던 기능이 Gen2에 없다'는 Feature Gap 문제입니다. 이 Objective는 Gap을 극적으로 좁혀 사용자가 전환을 미루는 기술적·심리적 이유를 제거하는 데 집중합니다.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297680"/>
            <a:ext cx="12188952" cy="64008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F7C548"/>
                </a:solidFill>
              </a:defRPr>
            </a:pPr>
            <a:r>
              <a:t>연결된 Key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Gen2 지원율 60% → 90% 달성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신규 Feature 3개 이상 릴리즈, 태스크 완료율 80% 이상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Gen2 활성 사용자 비율 전체 MAU의 40%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 i="0">
                <a:solidFill>
                  <a:srgbClr val="E94F37"/>
                </a:solidFill>
              </a:defRPr>
            </a:pPr>
            <a:r>
              <a:t>Objective 2: Gen1·Gen2 통합 및 기술 부채 청산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F0F0F0"/>
                </a:solidFill>
              </a:defRPr>
            </a:pPr>
            <a:r>
              <a:t>Gen1 Feature의 Gen2 통합을 체계적으로 완료하여, 단일 코드베이스 기반의 지속 가능한 제품 운영 구조를 만든다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E94F37"/>
                </a:solidFill>
              </a:defRPr>
            </a:pPr>
            <a: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A8D8EA"/>
                </a:solidFill>
              </a:defRPr>
            </a:pPr>
            <a:r>
              <a:t>Gen1과 Gen2를 병렬 운영하는 상황은 엔지니어링 리소스를 이중으로 소모하고 버그 수정 복잡도를 높입니다. 이 Objective는 통합 작업을 전략적 우선순위로 격상시켜 기술 부채를 해소하고 장기적인 개발 속도를 확보합니다.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297680"/>
            <a:ext cx="12188952" cy="64008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F7C548"/>
                </a:solidFill>
              </a:defRPr>
            </a:pPr>
            <a:r>
              <a:t>연결된 Key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Gen1 통합 대상 목록 100% 인벤토리화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Critical/High 등급 Feature 80% 이상 통합 완료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Gen1 전용 코드 모듈 수 50% 이상 감소 및 CI/CD 빌드 시간 20% 단축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 i="0">
                <a:solidFill>
                  <a:srgbClr val="E94F37"/>
                </a:solidFill>
              </a:defRPr>
            </a:pPr>
            <a:r>
              <a:t>Objective 3: Gen2 데이터 인프라 및 신뢰성 구축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F0F0F0"/>
                </a:solidFill>
              </a:defRPr>
            </a:pPr>
            <a:r>
              <a:t>Gen2 로그 포맷 수집 및 검증 프로세스를 완전히 구축하여, 레이블 데이터의 품질과 추적 가능성을 보장하는 인프라를 완성한다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E94F37"/>
                </a:solidFill>
              </a:defRPr>
            </a:pPr>
            <a: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A8D8EA"/>
                </a:solidFill>
              </a:defRPr>
            </a:pPr>
            <a:r>
              <a:t>Gen2 로그 인프라는 제품 개선과 ML 모델 학습 모두에 영향을 미치는 크리티컬 기반입니다. 로그가 없거나 신뢰할 수 없으면, 이후의 모든 데이터 기반 의사결정이 흔들립니다.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297680"/>
            <a:ext cx="12188952" cy="64008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F7C548"/>
                </a:solidFill>
              </a:defRPr>
            </a:pPr>
            <a:r>
              <a:t>연결된 Key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Gen2 로그 스키마 확정 및 전체 Feature 100% 적용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로그 수집 파이프라인 데이터 유실률 0.1% 이하, 지연 5초 이내 달성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로그 품질 자동 검증 커버리지 90% 이상 및 알람 발송 10분 이내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 i="0">
                <a:solidFill>
                  <a:srgbClr val="E94F37"/>
                </a:solidFill>
              </a:defRPr>
            </a:pPr>
            <a:r>
              <a:t>Key Results 전체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  <a:gridCol w="2103120"/>
                <a:gridCol w="2103120"/>
              </a:tblGrid>
              <a:tr h="53035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Key Result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O1: Gen2 Feature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Gen1에서 활성 사용 중인 Feature 목록 대비 Gen2 지원율 90% 달성 (미지원 Feature 수: 현재 N개 → 잔여 N×0.1개 이하)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60% (미지원 N개)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90% (잔여 N×0.1개 이하)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O1: Gen2 Feature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Gen2 신규 Feature 3개 이상 릴리즈 완료, 각 Feature의 태스크 완료율 80% 이상 달성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0개 (사용자 테스트 전)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3개 이상 완료, 각 80% 이상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O1: Gen2 Feature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Gen2를 주 워크플로우로 사용하는 활성 사용자 비율을 전체 MAU의 40% 이상으로 끌어올린다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측정 필요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전체 MAU의 40% 이상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O2: Gen1 통합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Gen1 Feature 통합 대상 목록(Migration Backlog)을 Q2 1주차까지 100% 인벤토리화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미인벤토리화 (일부 파악)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100% 인벤토리화 (미정의 항목 0건)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O2: Gen1 통합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Migration Backlog 중 Critical/High 등급 Feature의 80% 이상을 Gen2에 통합 완료, 통합 후 회귀 테스트 통과율 95% 이상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0% 통합 완료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80% 이상 통합, 95% 이상 통과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O2: Gen1 통합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Gen1 전용으로만 유지되던 코드 모듈 수 현재 대비 50% 이상 감소, 이를 통해 CI/CD 빌드 시간 20% 단축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현재 코드 모듈 수 / 현재 빌드 시간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코드 모듈 수 50% 이상 감소 / 빌드 시간 20% 단축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O3: Gen2 데이터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Gen2 전용 로그 스키마 확정·문서화 및 전체 Gen2 Feature의 100%에 로그 이벤트 심기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미확정/미문서화, 미적용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확정/문서화, 100% 적용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O3: Gen2 데이터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로그 수집 파이프라인의 데이터 유실률 0.1% 이하, 수집 지연 평균 5초 이내 달성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측정 필요 (현재 유실률/지연)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유실률 0.1% 이하, 지연 5초 이내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O3: Gen2 데이터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로그 품질 자동 검증 프로세스 구축, 일 배치 기준 검증 커버리지 90% 이상 및 이상 탐지 후 알람 발송까지 10분 이내 달성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수동 검증 / 자동 검증 미구축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90% 이상 커버리지, 10분 이내 알람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 i="0">
                <a:solidFill>
                  <a:srgbClr val="E94F37"/>
                </a:solidFill>
              </a:defRPr>
            </a:pPr>
            <a:r>
              <a:t>KPI &amp; 달성도 산출 수식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754880"/>
                <a:gridCol w="1828800"/>
                <a:gridCol w="2468880"/>
              </a:tblGrid>
              <a:tr h="8153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KPI 지표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산출 수식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목표치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측정 출처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Gen2 Feature 지원율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(Gen2에서 지원하는 Feature 수 / Gen1 활성 Feature 수) × 100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Feature 관리 시스템, 코드베이스 분석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Gen2 활성 사용자 비율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(Gen2 주 워크플로우 활성 사용자 수 / 전체 월간 활성 사용자(MAU)) × 100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웹/앱 로그 분석, 사용자 활동 데이터베이스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Critical/High Feature 통합 완료율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(Gen2로 통합 완료된 Critical/High 등급 Feature 수 / 전체 Critical/High 등급 Feature 수) × 100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마이그레이션 백로그(Migration Backlog), 개발 관리 툴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로그 수집 데이터 유실률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((로그 발생 건수 - 수집 성공 건수) / 로그 발생 건수) × 100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0.1% 이하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로그 수집 파이프라인 모니터링 시스템 (예: Grafana)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로그 품질 검증 커버리지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(자동 검증이 적용된 로그 배치 수 / 전체 로그 배치 수) × 100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90% 이상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로그 품질 검증 시스템, 운영 대시보드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